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3232D"/>
                </a:solidFill>
              </a:defRPr>
            </a:pPr>
            <a:r>
              <a:t>Evidence of Use: WO/2025/193512A1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0505A"/>
                </a:solidFill>
              </a:defRPr>
            </a:pPr>
            <a:r>
              <a:t>Single Shot 3D Modelling from 2D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23232D"/>
                </a:solidFill>
              </a:defRPr>
            </a:pPr>
            <a:r>
              <a:t>Apple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50505A"/>
                </a:solidFill>
              </a:defRPr>
            </a:pPr>
            <a:r>
              <a:t>SHARP + Spatial Scenes (iOS 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23232D"/>
                </a:solidFill>
              </a:defRPr>
            </a:pPr>
            <a:r>
              <a:t>Independent Claim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50505A"/>
                </a:solidFill>
              </a:defRPr>
            </a:pPr>
            <a:r>
              <a:t>"A method for generating a 3D model comprising: obtaining a 2D image of an object; classifying the object in the image; segmenting the object from the image; dimensionally sampling the segmented image of the object; extracting texture information from the segmented image; generating a 3D mesh model based at least on the dimensional sampling; and rendering the texture information onto the 3D mesh model to create a 3D representation of the object."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23232D"/>
                </a:solidFill>
              </a:defRPr>
            </a:pPr>
            <a:r>
              <a:t>Dependent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5: The 3D mesh model is generated by a trained neural network based on the dimensional samples.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7: The texture information represents a primary face of the object.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8: The primary face texture is rendered on opposite sides of the 3D mesh model.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9: Manipulating the 3D representation to provide multiple different views of the object.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10: The 3D representation is manipulated based on user input.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11: Capturing a 2D image of each manipulation of the 3D representation.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8C8C8C"/>
                </a:solidFill>
              </a:defRPr>
            </a:pPr>
            <a:r>
              <a:t>Assignee: Carnegie Mellon University  |  Inventor: Marios Savvides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Obtaining a 2D image, segmenting the object, and dimensionally sampling the segmented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"obtaining a 2D image of an object"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SHARP is designed for single-image input. Apple's documentation states: 'Given a single photograph, it regresses the parameters of a 3D Gaussian representation.' The command line interface is simply: sharp predict -i image_path.png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"segmenting the object from the image"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SHARP uses Apple's Depth Pro for monocular depth estimation, which separates foreground objects from background by assigning different depth values. Per-pixel 3D predictions require understanding object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"dimensionally sampling the segmented image of the object"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SHARP predicts metric-scale 3D Gaussian positions with 'absolute scale, supporting metric camera movements.' Each Gaussian has position, scale, and rotation parameters, which constitute dimensional data extracted from the 2D image.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https://github.com/apple/ml-sharp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https://machinelearning.apple.com/research/sharp-monocular-view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All elements are documented in Apple's GitHub repository and machine learning research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Extracting texture, generating a 3D model, and rendering (Claim 1), using a trained neural network (Claim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"extracting texture information from the segmented image"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Each 3D Gaussian includes spherical harmonic appearance coefficients that encode color and view-dependent appearance extracted from the input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"generating a 3D mesh model based at least on the dimensional sampling"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IMPORTANT: SHARP outputs 3D Gaussian splats in .ply format, which is NOT a traditional polygon mesh. This is a potential claim construction issue. Gaussian splats represent the scene as point-based primitives rather than vertices, faces, and edges.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"rendering the texture information onto the 3D mesh model to create a 3D representation"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SHARP renders photorealistic novel views at over 100 frames per second on a standard GPU, with 'high-resolution rendering with sharp details and fine structures.'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"the 3D mesh model is generated by a trained neural network"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41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The entire pipeline is a single forward pass through a trained neural network. No iterative optimization is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https://machinelearning.apple.com/research/sharp-monocular-view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49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https://huggingface.co/papers/2512.10685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The key vulnerability is element (f): Gaussian splats are functionally equivalent to meshes but mathematically distinct. Patent counsel should evaluate the claim construction argument.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Multiple views and user input manipulation (Claims 9, 10), plus commercial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"manipulating the 3D representation to provide multiple different views of the object"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SHARP renders novel views from arbitrary nearby viewpoints. The Splat Studio app on Apple Vision Pro enables full 3D scene exploration from the generated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"the 3D representation is manipulated based on user input"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On Vision Pro, the user physically moves their head and body to change the viewpoint. In Splat Studio, users navigate the 3D scene interactively.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"Commercial deployment"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Apple commercialized related technology as 'Spatial Scenes' in iOS 26. The SHARP code is open-source on GitHub. Splat Studio is available for Vision Pro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https://apple.github.io/ml-sharp/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https://www.uploadvr.com/apple-sharp-open-source-on-device-gaussian-splatting/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Spatial Scenes in iOS 26 represents commercial deployment across every iPhone, significantly increasing the value of any licensing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